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a08c721254b50" /><Relationship Type="http://schemas.openxmlformats.org/officeDocument/2006/relationships/extended-properties" Target="/docProps/app.xml" Id="R0633ad273c7b4023" /><Relationship Type="http://schemas.openxmlformats.org/officeDocument/2006/relationships/officeDocument" Target="/ppt/presentation.xml" Id="Rc5e9a09760bc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4d3f0cd28c429a"/>
  </p:sldMasterIdLst>
  <p:notesMasterIdLst>
    <p:notesMasterId xmlns:r="http://schemas.openxmlformats.org/officeDocument/2006/relationships" r:id="R144246caf5874aca"/>
  </p:notesMasterIdLst>
  <p:sldIdLst>
    <p:sldId xmlns:r="http://schemas.openxmlformats.org/officeDocument/2006/relationships" id="256" r:id="R672a0f5a8c1a47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4d41975e44dd9" /><Relationship Type="http://schemas.openxmlformats.org/officeDocument/2006/relationships/slideMaster" Target="/ppt/slideMasters/slideMaster1.xml" Id="R9d4d3f0cd28c429a" /><Relationship Type="http://schemas.openxmlformats.org/officeDocument/2006/relationships/notesMaster" Target="/ppt/notesMasters/notesMaster1.xml" Id="R144246caf5874aca" /><Relationship Type="http://schemas.openxmlformats.org/officeDocument/2006/relationships/presProps" Target="/ppt/presProps.xml" Id="Rac1157f44f654910" /><Relationship Type="http://schemas.openxmlformats.org/officeDocument/2006/relationships/tableStyles" Target="/ppt/tableStyles.xml" Id="Rb42667272a9a45a5" /><Relationship Type="http://schemas.openxmlformats.org/officeDocument/2006/relationships/slide" Target="/ppt/slides/slide1.xml" Id="R672a0f5a8c1a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fe553497c41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408e36e554f75" /><Relationship Type="http://schemas.openxmlformats.org/officeDocument/2006/relationships/notesMaster" Target="/ppt/notesMasters/notesMaster1.xml" Id="Rd437183d15af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61b539f3440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a885a75ca45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95c2d4b1849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2cd4dd77149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81f5627134e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9008cde9f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5DE6F-DB45-4257-90F5-4AA472692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768F52-633B-423F-9114-EF5A28D268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041962-BC32-47A8-B01F-34BEFF1D4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2C3B49-5A3A-4F33-B62F-FFD52323A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C56F54-053F-420F-A426-C5C00FAA5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F0DD21-BA63-4D46-8F61-3D575DB2F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4845E5-5A2B-49C4-A991-4CD442639A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FDB2D7-EDFF-4638-BB28-F377951773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6928A-43AD-4359-909D-EB93BF293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5992B8-1436-49BB-927A-F62251BB7D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10c9500984bec" /><Relationship Type="http://schemas.openxmlformats.org/officeDocument/2006/relationships/slideLayout" Target="/ppt/slideLayouts/slideLayout1.xml" Id="R1dab1833726e41fd" /><Relationship Type="http://schemas.openxmlformats.org/officeDocument/2006/relationships/slideLayout" Target="/ppt/slideLayouts/slideLayout2.xml" Id="Rdae7b17eb3e04d49" /><Relationship Type="http://schemas.openxmlformats.org/officeDocument/2006/relationships/slideLayout" Target="/ppt/slideLayouts/slideLayout3.xml" Id="Re46251a414994338" /><Relationship Type="http://schemas.openxmlformats.org/officeDocument/2006/relationships/slideLayout" Target="/ppt/slideLayouts/slideLayout4.xml" Id="Rccce608ad36442b1" /><Relationship Type="http://schemas.openxmlformats.org/officeDocument/2006/relationships/slideLayout" Target="/ppt/slideLayouts/slideLayout5.xml" Id="R46cf2eb2f8f946fd" /><Relationship Type="http://schemas.openxmlformats.org/officeDocument/2006/relationships/slideLayout" Target="/ppt/slideLayouts/slideLayout6.xml" Id="Rf3a00657d8c1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b1833726e41fd"/>
    <p:sldLayoutId xmlns:r="http://schemas.openxmlformats.org/officeDocument/2006/relationships" id="2147483650" r:id="Rdae7b17eb3e04d49"/>
    <p:sldLayoutId xmlns:r="http://schemas.openxmlformats.org/officeDocument/2006/relationships" id="2147483651" r:id="Re46251a414994338"/>
    <p:sldLayoutId xmlns:r="http://schemas.openxmlformats.org/officeDocument/2006/relationships" id="2147483652" r:id="Rccce608ad36442b1"/>
    <p:sldLayoutId xmlns:r="http://schemas.openxmlformats.org/officeDocument/2006/relationships" id="2147483653" r:id="R46cf2eb2f8f946fd"/>
    <p:sldLayoutId xmlns:r="http://schemas.openxmlformats.org/officeDocument/2006/relationships" id="2147483654" r:id="Rf3a00657d8c1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9fb8d869b4604" /><Relationship Type="http://schemas.openxmlformats.org/officeDocument/2006/relationships/notesSlide" Target="/ppt/notesSlides/notesSlide1.xml" Id="Rf65d26b76019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44DD1-E953-485F-A942-029C9389A3F2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239000" y="2928938"/>
            <a:ext cx="2714625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E0906-8CE7-4DD4-A230-FECF63246758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191250" y="36195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B9F26-9B50-4CA1-B861-BBC1737EF3B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ED6F6-3C82-481B-80E2-34BD09D659AA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26679-97FB-43DC-AD67-EFF4222A64ED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714875" y="2928938"/>
            <a:ext cx="428625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D61F6-6BB2-476C-9414-AA737566DBD9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571750" y="3905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13DFF-EB87-457C-8BCE-74F3EA103C6A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571750" y="1905000"/>
            <a:ext cx="2571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4F988-7ED4-412F-A0EB-ACAF90B1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Virtual patient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7ACD5-02FE-4DAC-A617-A25929A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705C2-247E-4E14-8F3B-DDBD9C3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10A4F-90CB-4B13-BA00-BEDF4893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Synthetic EHR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JSON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DD70-36D2-4EAF-93A4-795CF5D1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1430">
            <a:solidFill>
              <a:srgbClr val="F1B86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Simulated CGM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Python publisher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76605-3BDB-417F-9FDB-023FA3A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MQTT broker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34D86-E3B8-4618-A3BA-890C11A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1816"/>
          </a:solidFill>
          <a:ln xmlns:a="http://schemas.openxmlformats.org/drawingml/2006/main" w="11430">
            <a:solidFill>
              <a:srgbClr val="0718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Spring Boot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B4D4F-4744-49D0-8225-C387165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43375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H2 state</a:t>
            </a:r>
          </a:p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profile +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8FB83-3BAA-4AE5-8BC6-7AAA3F76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43-feature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05FC0-03DF-4967-B354-4761603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React dashboard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Doctor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E9F7D-7B3D-4452-BFF1-4E5B6925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browser calls Spring Boot only. The model service and MQTT broker stay behind the application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626881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2026-10-10T04:41:54.1360000Z</dcterms:created>
  <dcterms:modified xsi:type="dcterms:W3CDTF">2026-10-10T04:41:54.1360000Z</dcterms:modified>
</coreProperties>
</file>